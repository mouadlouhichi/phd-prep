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the next forty minutes are organised.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all my work. The first is how big these systems are. They shape what billions of people see, buy and watch. The second is that they're black boxes. Even our best recommenders and clustering tools are hard to question. We can see what comes out, but not why. And the third is the one I care about most, which is trust. Can we build clear explanations into the model from the start, instead of adding them on later? Because that's what keeps happening. The stronger these models get, the harder they are to see through. So I've treated accuracy and clear explanation as two goals to reach at once,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I call an explanation actionable when it points to a factor you can actually change, when changing it clearly moves the output, and when that factor is stated in the domain's own terms. A chemical variable, a pollution indicator, a preference signal. Never a hidden latent code. In other words, a good explanation has to support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precisely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preserve.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altogether and uses the behaviour of other users, on the assumption that people who agreed in the past will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most importantly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structuring problems. Complex models are hard to explain in a way that's both faithful and actionable. Local explanations don't carry over to multi-level structure or to large data. And explanations stay post-hoc, so they never shape how the model learns. In short, the literature is missing one framework that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seven.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precisely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standard alternative to SHAP. For recommendation there are six baselines from four families, with HPCF from 2025 as the strongest. I want to be careful here: I claim superiority only against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The validity condition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preservation and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provided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eighteen.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importantly, is deliberately not a naive average;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vanishes under perfect fidelity. The proof, incidentally, is just the law of total expectation. I want to be precise about what it doesn't say: it doesn't claim explanations are identical across levels. It says their differences can be interpreted, rather than dismissed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genuinely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entirely.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resolve three of them: a warm, sunlight-driven summer regime where ozone stands out; a winter smog regime with carbon monoxide, sulfur dioxide and particulate matter under low wind; and a comparatively clean regime. Inside single clusters, though, the informative variables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explicitly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influences learning.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twenty-five.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decisive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There's a dependence on meaningful context, so on data without usable context the gain shrinks. The Monte Carlo estimator could still use variance reduction. The ablation removes one component at a time, so it doesn't test combinations. The baselines, finally, were fixed in early 2026, so again, I claim superiority only against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conceptual shift of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thirty-two.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turns naturally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Shapley attribution as a common formal language; three concrete achievements; explanation treated as method rather than as a comment added later; and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procedures,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conventionally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