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you're giving me today. My name is Mouad Louhichi, and the thesis I'm defending, supervised by Professor Mohamed Lazaar, is titled Cooperative Game Theory for Explainable AI in Recommendation Systems. It rests on a single idea, and I'd like you to keep it in mind throughout: Shapley attribution isn't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how I've set out the next forty minutes. I'll walk you through seven parts: the introduction, the context and the problematic, the shared experimental protocol, then my three contributions, and finally the conclusion and the perspectives. Each contribution follows exactly the same structure, so you'll always know where we are: research gap, objectives, methodology, evaluation protocol, results, and findings. The seven small squares at the top right of every slide mark the part we're in, and I've put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begin with the introduction, and with two questions in particular: why explainability is a core requirement for recommender systems, and what I actually mean by an actionable insight. Time check: minute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sit behind all my work. The first is how big these systems are. They shape what billions of people see, buy and watch. The second is that they're black boxes. Even our best recommenders and clustering pipelines are hard to question. We can see what comes out, but not why. And the third is the one I care about most, which is trust. Can we build transparency into the model from the start, instead of adding it on later? Because that's what keeps happening. The stronger these models get, the less transparent they become. So I've treated accuracy and interpretability as two goals to reach at once, not as a choice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I call an explanation actionable when it points to a factor you can actually change, when changing it clearly moves the output, and when that factor is stated in the domain's own terms. A chemical variable, a pollution indicator, a preference signal. Never a hidden latent code. In other words, a good explanation has to support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then, we gained power and lost transparency, just as the EU AI Act and the GDPR started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aren't exotic systems, either. Here are four that most of us use every day, and in each one the reasoning is hidden from the very person it serves. Everywhere, and hidden. That's exactly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to the problem itself. I'll go fairly quickly over the four main families of recommender, then their limitations, the research questions, and the three contributions. Time check: about minute five.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taking one slide per family, because their limits are what motivate the thesis. So let's start with content-based filtering. The system builds a profile from the features of what you liked, and recommends items whose features match. What matters here is that it's explainable by construction: the reason is a named feature you recognise. Its limit is that it needs good metadata, and it tends to recommend more of the same. Still, that level of explanation, domain factors, is exactly the level I want to keep.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completely and uses the behaviour of other users, because people who agreed in the past will probably agree in the future. As you can see, user one and user two share two items, so user two's interest in item three passes across. This is the base of matrix factorisation and of graph recommenders, and its weakness is a familiar one: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It's accurate, it scales, and it's still the standard baseline of the field. The factors, though, are hidden: nobody can tell you what factor seven means. That's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above all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problems that shape this work. Complex models are hard to explain in a way that's both faithful and actionable. Local explanations don't carry over to multi-level structure or to large data. And explanations stay post-hoc, so they never shape how the model learns. In short, no one framework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finally,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Put simply, the thesis claim is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we get to the contributions, let me set out the shared experimental setup, so that you can be confident the comparisons are fair: the datasets, the splitting, the baselines, the metrics and the hardware.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It's large, it's noisy, it's seasonal, and that's exactly why it's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fourth, Amazon-Book: fifty-two thousand users, three million interactions, and a density of six in ten thousand. This is the sparse end of the range, so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usual rival to SHAP. For recommendation there are six baselines from four families, with HPCF from 2025 as the strongest. I want to be careful here: I only claim to be better than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It's worth noting that ILD is built into the DyHuCoG utility, not merely reported afterwards. For clustering, the Silhouette, which as we'll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on to Contribution I, which is about explaining black-box clustering with Shapley values, and which answers RQ1. Time check: about minute thirteen.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why start with clustering? Because the model creates its own structure, so the meaning of a cluster has to be worked out after the fact, and that makes it the hardest possible test bed for attribution. So here's the gap: existing methods give a local or a global explanation, rarely both, and local surrogates such as LIME carry no guarantee that the credit they assign is fair or stable. In short, there's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that's what makes it actionable. Finally,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the method,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Let's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 that over the six orders and you get ninety, seventy and forty, which sums exactly to two hundred. The four axioms on the right, efficiency, symmetry, null player and additivity, are why this is the right rule: Shapley proved it's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we can set clustering up as a cooperative game. The features are the players, and the value of a coalition is the Silhouette of K-Means run on that subset of features. There's a problem, though: with eleven features that's two to the power eleven coalitions, so we need a bridge. Here's the reasoning. TreeSHAP explains trees, not centroids, and explaining the PCA space would move attribution away from the variables we actually care about. Instead, then, K-Means gives the labels, a LightGBM classifier learns to predict them from the original features, and TreeSHAP explains that surrogate exactly. What makes this valid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there's an honest point I want to make here, because a member of the jury may well notice it. I select three clusters on purpose, even though the geometry prefers two: the Silhouette is 0.214 at k equals two against 0.144 at k equals three. So why choose the worse geometry? Because three clusters support three distinct, chemically meaningful wine stories, and that's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what comes out. The global ranking is led by density, then pH, fixed acidity, the sulfur dioxide variables and alcohol, which is exactly what a wine expert would name for structure, for keeping the wine sound, and for balance. The strip underneath is Figure 5.2, the per-cluster signatures, where you can see that each cluster has its own balance of the same small set of variables. A cluster, in other words, isn't just a label. It's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RQ1 is yes. Shapley values do explain a black-box partition faithfully, as long as the surrogate has high fidelity, and consistently at cluster level. On the third objective: SHAP satisfies the four axioms and gives local and global readings that compare across clusters, whereas LIME fits a local surrogate with no such guarantee. There's one caveat I want to state clearly, which is that efficiency holds with respect to the surrogate output, not directly to the Silhouette game, and that's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summarise Contribution I: the partition is explained at cluster and instance level, in the original variables, with a chemically meaningful ranking and an axiomatic basis that LIME simply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I'd rather state them than have them found. The explanation depends on surrogate fidelity, not on the K-Means geometry directly. It's limited to tabular data. And above all it's single-level: it can't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exactly where Contribution II begins: taking the same explanation to scale and across levels, and answering RQ2. Time check: about minute twenty-one.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gap here? Once clustering becomes multi-level, feature importance has to stay readable within a cluster, across sub-clusters, and across the levels themselves. Three hundred and eighty-three thousand records can't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Finally, validation on data that's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method. The workflow is recursive: a coarse clustering on the full data, and then each cluster split again where that makes sense. Each level gets its own surrogate and its own SHAP values, always in the same original space. The aggregation is not a simple average, and that is on purpose: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goes to zero under perfect fidelity. The proof itself is just the law of total expectation. I want to be precise about what it doesn't say: it doesn't claim explanations are identical across levels. It says their differences can be interpreted, rather than written off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global ranking, which is the first really surprising result. It's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completely.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slide is the main payoff of the whole contribution. At the coarse level, temperature and dew point dominate, because they separate the broad regimes. The force plots then separate out three of them: a warm, sunlight-driven summer regime where ozone stands out, then a winter smog regime with carbon monoxide, sulfur dioxide and particulate matter under low wind, and a fairly clean regime. Inside single clusters, though, the variables that matter shift. That isn't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RQ2 is yes, within bounds. Consistency is kept at scale and across levels, provided the hierarchy is modelled openly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again, the limitations. The clustering stays static, even though the Beijing data are temporal. Surrogate-based SHAP with representative instances smooths out variation. Most important of all, the attribution is still post-hoc: it never changes how the model learns. That's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II is that Shapley attribution stays consistent across levels of detail once the hierarchy is explicit, which means explanations become interpretable against scale, not just against one flat partition. It still explains a partition that was already computed, though. Which leaves the question: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Contribution III, DyHuCoG, where attribution moves inside the training loop. Time check: about minute twenty-seven.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gap here is subtle but important. Every hypergraph recommender treats its messages as equally important, and where attribution exists at all, it's computed after training. The explanation therefore describes a model it didn't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then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architecture, which is really the key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in other words,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headline result on MovieLens-1M, with DyHuCoG in bold, best on all four metrics. HPCF reaches an NDCG of 0.2528. DyHuCoG gives 0.2775, which is plus 9.8 percent, and recall rises from 0.2098 to 0.2362. Notice that coverage and diversity rise at the same time, which isn't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same table on much sparser data, where the relative gains are larger still: plus 13.3 percent NDCG, plus 16 percent recall, and coverage up nearly thirty percent. The absolute values look low for every model, and that's simply because the matrix is almost empty. What matters, then,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every component earn its place? This is the ablation, per dataset. Context matters most, at minus 8.2 and minus 11 percent. The hypergraph structure is second. Removing the Shapley weighting costs 4.6 and 6.1 percent, and more on the sparser data. Every component contributes, then,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report the cost openly, because it isn't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 the improvement real,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limitations, stated honestly. There's a compute overhead. It depends on meaningful context, so on data without usable context the gain shrinks. The Monte Carlo estimator could still use variance reduction. The ablation removes one component at a time, so it doesn't test combinations. The baselines, finally, were fixed in early 2026, so again, I only claim to be better than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here is really the shift in thinking behind the whole thesis. Attribution becomes a first-class part of the learning objective rather than a post-hoc check, which means the explanation is a direct read-out of what the model optimises. In other words, it's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everything together: the synthesis, the publications, the limitations, and the perspectives. Time check: about minute thirty-five.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And C3 carries the same logic inside the learning of a recommender. One definition, then,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the limitations of the thesis as a whole. On computation, exact Shapley isn't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there's no user study of actionability yet. On the claim itself: this isn't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straight into future work. Lower-variance estimators and adaptive refresh rules. Online and streaming recommendation, with graphs that keep changing. A user-centred evaluation, asking whether these explanations actually improve judgement and trust. Finally,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conclude. Cooperative game theory can serve as a shared methodological view for actionable explanation across clustering and recommendation. There are four outcomes I'd like to leave you with. First, Shapley attribution as a common formal language. Second, three concrete achievements. Third, explanation treated as method rather than as a comment added later. And fourth, a position that's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won't read them out. They're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tests,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thank you very much for your attention. I'd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leave this slide up during the discussion, since it repeats the title and the jury. Thank you again, and I'm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normally counted as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84489" y="3546602"/>
            <a:ext cx="5359901"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10379599" y="7808595"/>
            <a:ext cx="4569680"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9013665" y="3546602"/>
            <a:ext cx="7484428"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6273209" y="3500882"/>
            <a:ext cx="5741581"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