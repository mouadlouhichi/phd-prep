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a:p>
            <a:r>
              <a:t>The figure walks through one prediction: similarity is computed on the columns two users both rated, and the missing cell is filled by a similarity-weighted average of the neighbours' ratings, 5.85 over 1.37, so 4.3 out of 5. The strip below recalls how sparse the real matrices are: 4.47% and 0.06% observed.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