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a:t>
            </a:r>
          </a:p>
          <a:p/>
          <a:p>
            <a:r>
              <a:t>Recommenders are everywhere: they already decide much of what billions of people see, buy and watch, from news to health and credit. And the reasoning behind those decisions is hidden, in latent factors or in message passing, so nothing can be audited or acted on.</a:t>
            </a:r>
          </a:p>
          <a:p/>
          <a:p>
            <a:r>
              <a:t>Users, designers and regulators all ask for reasons now. So transparency has to be built into the model, not added afterwards. This thesis treats accuracy and interpretability as goals to be met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concrete contributions, which I will present in order.</a:t>
            </a:r>
          </a:p>
          <a:p/>
          <a:p>
            <a:r>
              <a:t>The first contribution introduces a Shapley-based framework for explaining black-box clustering, demonstrated on the Wine Quality data. The second contribution extends that idea to large-scale, multi-level clustering on Beijing Air Quality data, with a formal way to keep the attribution consistent across levels. The third contribution is DyHuCoG, a Dynamic Hypergraph Cooperative Game for preference-aware recommendation that brings attribution inside the model itself, evaluated on MovieLens-1M and Amazon-Book.</a:t>
            </a:r>
          </a:p>
          <a:p/>
          <a:p>
            <a:r>
              <a:t>Together, these three contributions follow one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a:p>
            <a:r>
              <a:t>The figure walks through one prediction: similarity is computed on the columns two users both rated, and the missing cell is filled by a similarity-weighted average of the neighbours' ratings, 5.85 over 1.37, so 4.3 out of 5. The strip below recalls how sparse the real matrices are: 4.47% and 0.06% observed.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a:p>
            <a:r>
              <a:t>The figure now contrasts the two structures directly: on the left, the bipartite user-item graph with a two-hop message highlighted, every edge carrying the same weight; on the right, hyperedges that join users, an item and a context at once, with weights that DyHuCoG re-learns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Why Explainability Matters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Recommenders decide at scale.</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They shape what billions of users see, buy and watch every day: news, study, health and credit decisions.</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The reasoning behind those decisions is hidden.</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Matrix factorisation hid it in latent factors; deep and graph models hide it in message passing. Neither can be audited or acted on.</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Transparency is now expected.</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Users, designers and regulators now ask for reasons. It has to be built into the model, not added afterwards.</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6864350"/>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626606"/>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504429"/>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156450"/>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3650"/>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