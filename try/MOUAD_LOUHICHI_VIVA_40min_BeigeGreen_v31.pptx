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motivate this work.</a:t>
            </a:r>
          </a:p>
          <a:p/>
          <a:p>
            <a:r>
              <a:t>First, how do black-box AI systems shape what billions of users see, buy and watch? Recommenders already shape news, study, health and credit decisions.</a:t>
            </a:r>
          </a:p>
          <a:p/>
          <a:p>
            <a:r>
              <a:t>Second, why do state-of-the-art recommenders and clustering pipelines stay black boxes?</a:t>
            </a:r>
          </a:p>
          <a:p/>
          <a:p>
            <a:r>
              <a:t>Third, how can transparency be built into the model instead of added afterwards?</a:t>
            </a:r>
          </a:p>
          <a:p/>
          <a:p>
            <a:r>
              <a:t>That is the tension: as models gain power, they lose the transparency we need. This thesis treats accuracy and interpretability as two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